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  <p:sldMasterId id="2147483783" r:id="rId2"/>
    <p:sldMasterId id="2147483795" r:id="rId3"/>
    <p:sldMasterId id="2147483814" r:id="rId4"/>
  </p:sldMasterIdLst>
  <p:handoutMasterIdLst>
    <p:handoutMasterId r:id="rId9"/>
  </p:handoutMasterIdLst>
  <p:sldIdLst>
    <p:sldId id="256" r:id="rId5"/>
    <p:sldId id="259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B24719-1C00-4F5F-9A29-43DF77429A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2E2EC0-26D4-47BA-BF28-D799C1226D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B1B2D-8B3C-4BA0-BC8D-31D052A851B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567B6-B886-43B9-81F1-55BB142000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04D42-C77E-4771-B322-49FE012AEF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EC8E5-69EC-491D-A274-BD07E1E88C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3191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75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2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41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2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8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87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5253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41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52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85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76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604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3858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274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31737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46866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43022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722088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41289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8732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08151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664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0935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3100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777487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58347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9045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403801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093511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407467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24578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5251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0005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2343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0402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7547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856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34688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44632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095BE-57F9-404D-93FB-D0FDA84E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8D80EE-CA47-4098-AD40-24229428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39294-78FF-499A-8E72-1FB07C4B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CC4EF-DC2F-47F3-B2FA-768814BB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056026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13E4-14F7-41E6-A248-07575540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727F44-8955-408B-BA8A-AF85ABF8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6477C-DD27-4B2A-95FA-825EC8BA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8360E-749B-4256-8CED-D559F78A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701545-CE9B-4152-8D65-CD9D89BB13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905000"/>
            <a:ext cx="7315200" cy="4243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9" name="SmartArt Placeholder 8">
            <a:extLst>
              <a:ext uri="{FF2B5EF4-FFF2-40B4-BE49-F238E27FC236}">
                <a16:creationId xmlns:a16="http://schemas.microsoft.com/office/drawing/2014/main" id="{35460F4A-C838-4CD1-97FC-E044EE967290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8405813" y="1905000"/>
            <a:ext cx="3690937" cy="2674938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9EB7108-34F4-42D5-B301-BF425C2D70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05813" y="4873625"/>
            <a:ext cx="3786187" cy="1343025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70004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45800-7ECE-4D88-BF2C-00CC8FA69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B7E048-90DD-491A-AFDC-3FC9BCD0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7F1D8D-563C-4CD2-99C3-A634AFE6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3D4AB-CD25-4100-99D6-1DDC9B57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197327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A9296D0E-4BE8-4DC4-920A-3818A56D1033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0" y="0"/>
            <a:ext cx="4017874" cy="4043363"/>
          </a:xfrm>
          <a:prstGeom prst="rect">
            <a:avLst/>
          </a:prstGeom>
        </p:spPr>
        <p:txBody>
          <a:bodyPr/>
          <a:lstStyle/>
          <a:p>
            <a:endParaRPr lang="en-PK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C292ED-80CE-46CE-BACD-3C30799CCE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1" y="4043363"/>
            <a:ext cx="12191519" cy="28146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CADB8C4-C41B-45D3-BE01-4C17226BE3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17874" y="-266"/>
            <a:ext cx="3846599" cy="4043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PK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6519882-56B7-448E-B194-6A5C73B517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4475" y="-532"/>
            <a:ext cx="4327525" cy="4028681"/>
          </a:xfrm>
          <a:prstGeom prst="rect">
            <a:avLst/>
          </a:prstGeom>
        </p:spPr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40929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745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443217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78532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655171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273086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905405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561429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519431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02482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9205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22506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809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08011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9150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1788320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262C-29D0-451B-99C8-1CB36761186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6849-11CD-41C8-8922-C22694840B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607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image" Target="../media/image3.jpeg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12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205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3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  <p:sldLayoutId id="2147483812" r:id="rId17"/>
    <p:sldLayoutId id="2147483813" r:id="rId18"/>
    <p:sldLayoutId id="2147483740" r:id="rId19"/>
    <p:sldLayoutId id="2147483660" r:id="rId20"/>
    <p:sldLayoutId id="2147483649" r:id="rId21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28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95C999F-866D-4C09-9CEC-BBEF8694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Power point </a:t>
            </a:r>
            <a:endParaRPr lang="en-P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C7AC5D-D1A2-47A0-82C3-BF13A034D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0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73031250"/>
      </p:ext>
    </p:extLst>
  </p:cSld>
  <p:clrMapOvr>
    <a:masterClrMapping/>
  </p:clrMapOvr>
  <p:transition spd="slow" advClick="0" advTm="28000">
    <p:fade thruBlk="1"/>
    <p:sndAc>
      <p:endSnd/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5F5A-6A79-4097-AA2E-9878871C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Uses of Power Point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763A8-5575-4F78-8C9F-EA9FE2896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3785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0F1D-00CB-48AB-8158-2B0C720D37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Methods to use Power Point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56B57-1137-4377-8271-2721C04CD1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178030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F45F-241B-4057-9B77-2171B57C7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6049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4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16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Arial</vt:lpstr>
      <vt:lpstr>Calibri</vt:lpstr>
      <vt:lpstr>Century Gothic</vt:lpstr>
      <vt:lpstr>Gill Sans MT</vt:lpstr>
      <vt:lpstr>Trebuchet MS</vt:lpstr>
      <vt:lpstr>Tw Cen MT</vt:lpstr>
      <vt:lpstr>Tw Cen MT Condensed</vt:lpstr>
      <vt:lpstr>Wingdings 3</vt:lpstr>
      <vt:lpstr>Gallery</vt:lpstr>
      <vt:lpstr>Integral</vt:lpstr>
      <vt:lpstr>Ion Boardroom</vt:lpstr>
      <vt:lpstr>Facet</vt:lpstr>
      <vt:lpstr>Introduction to Power point </vt:lpstr>
      <vt:lpstr>Uses of Power Point </vt:lpstr>
      <vt:lpstr>Methods to use Power Point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Lab11</dc:creator>
  <cp:lastModifiedBy>Lab11</cp:lastModifiedBy>
  <cp:revision>6</cp:revision>
  <dcterms:created xsi:type="dcterms:W3CDTF">2026-02-18T09:43:02Z</dcterms:created>
  <dcterms:modified xsi:type="dcterms:W3CDTF">2026-02-25T07:41:43Z</dcterms:modified>
</cp:coreProperties>
</file>